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4114800" cy="41148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HOSTING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Storage Static Website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Front Door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 department website — globally available, HTTPS-secured, at minimal cost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4114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Project: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host a department website with global reach, HTTPS, and low ongoing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2441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Minimal-cost hosting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88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department website without paying for VMs or App Service plans.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033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3584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anywhere get the site from a nearby edge location, not one distant server.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463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74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on the department's own custom domain.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6002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B2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1600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TO EXPECT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2560320"/>
            <a:ext cx="256032" cy="25603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2441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Custom-domain HTTPS on Storage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7889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static websites cannot terminate SSL on a custom domain by themselves — Azure Front Door is required to sit in front and provide managed HTTPS.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251960"/>
            <a:ext cx="256032" cy="25603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40880" y="4133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 rules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480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routes (React/Angular/Vue) 404 on Storage because it has no server. Front Door rewrite/routing rules must redirect unknown paths back to index.html.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Used in This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Azure services work together to deliver the 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Browser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https://dept.example.edu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3310128"/>
            <a:ext cx="274320" cy="237744"/>
          </a:xfrm>
          <a:prstGeom prst="rightArrow">
            <a:avLst/>
          </a:prstGeom>
          <a:solidFill>
            <a:srgbClr val="B7C0CC"/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26517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resolution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(CNAME → Front Door)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07608" y="3310128"/>
            <a:ext cx="274320" cy="237744"/>
          </a:xfrm>
          <a:prstGeom prst="rightArrow">
            <a:avLst/>
          </a:prstGeom>
          <a:solidFill>
            <a:srgbClr val="B7C0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6517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67512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global caching,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routing rules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0848" y="3310128"/>
            <a:ext cx="274320" cy="237744"/>
          </a:xfrm>
          <a:prstGeom prst="rightArrow">
            <a:avLst/>
          </a:prstGeom>
          <a:solidFill>
            <a:srgbClr val="B7C0CC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26517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3836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Website)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33101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$web container serves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path: browser resolves the domain via DNS, connects to Front Door for TLS + routing + caching, which fetches content from Storage.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330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6509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engine — stores &amp; serves static files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5257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5330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56509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 — HTTPS, CDN, URL routing rules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52578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5330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6509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— maps custom domain to Front Door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Blob Storage — Static Website Hosting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HOSTING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serves the department site's HTML, CSS, JS, and image files directly from a storage account. The built-in "static website" feature turns a blob container into a web server with a public endpoint, index document, and custom error page — no VM or web server to manage.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Static Website on the storage account (Hot access tier, LRS redundancy for a low-traffic student site)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build output into the auto-created $web container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index document to index.html and error document to 404.html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primary $web endpoint — this becomes the origin for Front Door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FREE TIER &amp; PAY-AS-YOU-GO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48840"/>
            <a:ext cx="73152" cy="914400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221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(12 months, Free Account)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4963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LRS hot block blob storage, plus 20,000 read and 10,000 write operations included free.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227832"/>
            <a:ext cx="48920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227832"/>
            <a:ext cx="73152" cy="1051560"/>
          </a:xfrm>
          <a:prstGeom prst="roundRect">
            <a:avLst/>
          </a:prstGeom>
          <a:solidFill>
            <a:srgbClr val="C063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300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(beyond free tier)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575304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~$0.018–0.02 per GB/month (Hot LRS) + small per-10,000-operation transaction charges + data egress after the free bandwidth allowance.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443984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443984"/>
            <a:ext cx="73152" cy="100584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4517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takeaway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79145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static site (a few hundred MB of HTML/CSS/JS/images) comfortably fits inside the always-eligible free tier for the whole first year.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Front Door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C063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ONLY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front of the Storage endpoint as the global edge layer. It terminates HTTPS on the department's custom domain with a managed certificate, caches content at 190+ points of presence worldwide, and applies routing/rewrite rules so client-side (SPA) routes resolve to index.html instead of 404-ing.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Front Door (Standard tier) profile with the Storage $web endpoint as origin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custom domain and let Front Door issue/manage the SSL certificate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route + rule set: rewrite unmatched paths to /index.html for SPA routing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caching on static assets to reduce origin requests and improve global latency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FREE TIER &amp; PAY-AS-YOU-GO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48840"/>
            <a:ext cx="73152" cy="960120"/>
          </a:xfrm>
          <a:prstGeom prst="roundRect">
            <a:avLst/>
          </a:prstGeom>
          <a:solidFill>
            <a:srgbClr val="B23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221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free-services list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49631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has no always-free or 12-month-free tier. It can only be tried using the one-time $200 / 30-day free credit on a new Azure account.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273552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273552"/>
            <a:ext cx="73152" cy="1097280"/>
          </a:xfrm>
          <a:prstGeom prst="roundRect">
            <a:avLst/>
          </a:prstGeom>
          <a:solidFill>
            <a:srgbClr val="C063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3467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pricing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6210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tier: ~$35/month base fee + ~$0.083/GB (first 10 TB) + ~$0.009 per 10,000 requests. Premium tier (adds WAF/bot protection): ~$330/month base.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535424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535424"/>
            <a:ext cx="73152" cy="9601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46085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takeaway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88289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main recurring cost driver in the project — required specifically to get custom-domain HTTPS and SPA routing on top of Storage.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OPTIONAL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PROJECT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DNS zone for the department's custom domain and provides the CNAME/ALIAS record that points visitors from the friendly domain name (e.g. dept.example.edu) to the Azure Front Door endpoint, completing the custom-domain setup.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DNS zone for the department's domain (or delegate a subdomain)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CNAME record pointing to the Front Door endpoint hostname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TXT record Front Door requires to validate domain ownership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domain registrar's nameservers to point at Azure DNS (if using a full zone)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FREE TIER &amp; PAY-AS-YOU-GO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48840"/>
            <a:ext cx="73152" cy="868680"/>
          </a:xfrm>
          <a:prstGeom prst="roundRect">
            <a:avLst/>
          </a:prstGeom>
          <a:solidFill>
            <a:srgbClr val="B23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221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free-services list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4963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is not included in the always-free or 12-month-free service catalog.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182112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182112"/>
            <a:ext cx="73152" cy="960120"/>
          </a:xfrm>
          <a:prstGeom prst="roundRect">
            <a:avLst/>
          </a:prstGeom>
          <a:solidFill>
            <a:srgbClr val="C063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2552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pricing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52958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$0.50 per hosted zone/month + about $0.40 per million DNS queries — one of the cheapest services in the stack.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306824"/>
            <a:ext cx="48920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06824"/>
            <a:ext cx="73152" cy="11430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4379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takeaway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65429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here is negligible for a low-traffic department site; many teams instead use free DNS from their domain registrar or Cloudflare (see alternatives).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Trial vs. Pay-As-You-Go — At a Glance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374904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Trial / Free 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Pay-As-You-Go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(Static Website)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site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— 5 GB + 20k reads/10k writes free for 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~$0.018–0.02/GB/mo beyond free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Front Door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HTTPS, CDN, SPA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free tier — only $200/30-day trial 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$35/mo base (Standard) + $0.083/GB + $0.009/10k req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domain 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free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~$0.50/zone/mo + $0.40/million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519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a student team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hosting can realistically run at $0 for the whole first year within the always-free limits.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and DNS are pure pay-as-you-go — the $200 free credit is what covers them during evaluation/coursework.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Door's ~$35/month base fee is the item most likely to matter once the free credit is used up.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Bottlenecks Students May Encounter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91440" cy="2331720"/>
          </a:xfrm>
          <a:prstGeom prst="roundRect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447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Custom-Domain HTTPS on Storage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Storage's static-website endpoint only serves HTTPS on its default *.z##.web.core.windows.net address. It cannot bind a TLS certificate to a custom domain by itself. Front Door (or Azure CDN) must sit in front of Storage to accept the custom domain, manage the certificate, and terminate HTTPS at the edge.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the custom domain to Front Door, not to the Storage account, and let Front Door issue the managed certificate.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86200"/>
            <a:ext cx="91440" cy="2331720"/>
          </a:xfrm>
          <a:prstGeom prst="roundRect">
            <a:avLst/>
          </a:prstGeom>
          <a:solidFill>
            <a:srgbClr val="B23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050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Static-Site Routing Rules for SPAs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531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app (React/Vue/Angular) handles routes like /about client-side. Storage has no server, so a direct request for /about returns 404 because no such blob exists. Left unconfigured, deep links and page refreshes break.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 Front Door rule set that rewrites any unmatched path back to /index.html, letting the SPA's own router take over.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to the Pay-As-You-Go Services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cut or eliminate the Front Door / DNS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645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34840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STUDENTS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733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 (Free tier)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Storage + Front Door combo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exactly this use case. Free tier includes 100 GB/month bandwidth, free managed SSL on a custom domain, and native SPA routing via a config file — no separate Front Door needed. Best fit for a student budget.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733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(Standard Microsoft/Akamai/Verizon)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0574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to: Azure Front Door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per-GB delivery with no large monthly base fee (Front Door Standard starts at ~$35/month). Supports custom domain + free managed HTTPS, though its rules engine for SPA rewrites is less flexible than Front Door's.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793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(Free plan) in front of Storage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63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to: Azure Front Door + Azure DNS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8348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CDN, free HTTPS on a custom domain, and free DNS hosting, proxying requests to the Storage static-website endpoint. Popular zero-cost option for student and hobby projects outside the Azure billing stack.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411480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42793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/ Cloudflare DNS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663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to: Azure DNS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98348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domain registrars (and Cloudflare) host DNS zones for free. Since Azure DNS costs are small but non-zero, pointing the domain's nameservers at a free DNS provider removes that line item entirely.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Cost-Optimization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/ month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with Storage (free tier) + Azure Static Web Apps Free instead of Front Door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C063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325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~$35+ / month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using Azure Front Door Standard as originally planned, once free credit is exhausted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18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course requires Azure Front Door specifically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5387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as planned, use the $200/30-day free trial credit for evaluation, and set a budget alert so the ~$35/month base fee doesn't run unnoticed after the trial ends.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959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goal is just a live, HTTPS department site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3159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Azure Static Web Apps (Free tier) — same custom-domain HTTPS and SPA routing outcome as Storage + Front Door, at no recurring cost.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7731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for Storage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0932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the 5 GB / 20k-read / 10k-write free allowance — a typical department site fits easily.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5504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for DNS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870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free DNS at the registrar or Cloudflare instead of Azure DNS to remove that small recurring charge.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T182 · 4Students  |  Project P080  |  Azure Storage Static Website with Front Door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517904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3898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Azure services power this project: Storage (hosting), Front Door (HTTPS/CDN/routing), and DNS (custom domain).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41401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286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Storage has a genuine free tier (5 GB, 12 months) — Front Door and DNS are pay-as-you-go from day 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1821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exists specifically to solve the two bottlenecks: custom-domain HTTPS and SPA routing.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206240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0782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 (Free tier) is the strongest zero-cost alternative if Front Door isn't a hard requirement.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510235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974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coursework, the $200/30-day trial credit is what makes evaluating Front Door effectively free short-term.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T182 · 4Students   |   Project P080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2026-09-16T02:52:14Z</dcterms:created>
  <dcterms:modified xsi:type="dcterms:W3CDTF">2026-09-16T02:52:14Z</dcterms:modified>
</cp:coreProperties>
</file>